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FF6B2D"/>
          </a:solidFill>
          <a:ln w="12700">
            <a:solidFill>
              <a:srgbClr val="FF6B2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" y="0"/>
            <a:ext cx="12192000" cy="54864"/>
          </a:xfrm>
          <a:prstGeom prst="rect">
            <a:avLst/>
          </a:prstGeom>
          <a:solidFill>
            <a:srgbClr val="0E8F8F"/>
          </a:solidFill>
          <a:ln w="12700">
            <a:solidFill>
              <a:srgbClr val="0E8F8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256032"/>
            <a:ext cx="5029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0" b="1" spc="8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DRINKOO</a:t>
            </a:r>
            <a:endParaRPr lang="en-US" sz="6800" dirty="0"/>
          </a:p>
        </p:txBody>
      </p:sp>
      <p:sp>
        <p:nvSpPr>
          <p:cNvPr id="6" name="Text 4"/>
          <p:cNvSpPr/>
          <p:nvPr/>
        </p:nvSpPr>
        <p:spPr>
          <a:xfrm>
            <a:off x="411480" y="1115568"/>
            <a:ext cx="5669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FD6B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SKU Management &amp; Distribution Platform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11480" y="1572768"/>
            <a:ext cx="3474720" cy="36576"/>
          </a:xfrm>
          <a:prstGeom prst="rect">
            <a:avLst/>
          </a:prstGeom>
          <a:solidFill>
            <a:srgbClr val="FF6B2D"/>
          </a:solidFill>
          <a:ln w="12700">
            <a:solidFill>
              <a:srgbClr val="FF6B2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1480" y="1874520"/>
            <a:ext cx="2468880" cy="1417320"/>
          </a:xfrm>
          <a:prstGeom prst="roundRect">
            <a:avLst>
              <a:gd name="adj" fmla="val 7742"/>
            </a:avLst>
          </a:prstGeom>
          <a:solidFill>
            <a:srgbClr val="16213E"/>
          </a:solidFill>
          <a:ln w="12700">
            <a:solidFill>
              <a:srgbClr val="0E8F8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21208" y="1984248"/>
            <a:ext cx="224942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6B2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50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502920" y="2624328"/>
            <a:ext cx="2286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Active SKUs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2920" y="2935224"/>
            <a:ext cx="2286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categories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063240" y="1874520"/>
            <a:ext cx="2468880" cy="1417320"/>
          </a:xfrm>
          <a:prstGeom prst="roundRect">
            <a:avLst>
              <a:gd name="adj" fmla="val 7742"/>
            </a:avLst>
          </a:prstGeom>
          <a:solidFill>
            <a:srgbClr val="16213E"/>
          </a:solidFill>
          <a:ln w="12700">
            <a:solidFill>
              <a:srgbClr val="0E8F8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172968" y="1984248"/>
            <a:ext cx="224942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6B2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37</a:t>
            </a:r>
            <a:endParaRPr lang="en-US" sz="4400" dirty="0"/>
          </a:p>
        </p:txBody>
      </p:sp>
      <p:sp>
        <p:nvSpPr>
          <p:cNvPr id="14" name="Text 12"/>
          <p:cNvSpPr/>
          <p:nvPr/>
        </p:nvSpPr>
        <p:spPr>
          <a:xfrm>
            <a:off x="3154680" y="2624328"/>
            <a:ext cx="2286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States &amp; UTs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154680" y="2935224"/>
            <a:ext cx="2286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India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715000" y="1874520"/>
            <a:ext cx="2468880" cy="1417320"/>
          </a:xfrm>
          <a:prstGeom prst="roundRect">
            <a:avLst>
              <a:gd name="adj" fmla="val 7742"/>
            </a:avLst>
          </a:prstGeom>
          <a:solidFill>
            <a:srgbClr val="16213E"/>
          </a:solidFill>
          <a:ln w="12700">
            <a:solidFill>
              <a:srgbClr val="0E8F8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824728" y="1984248"/>
            <a:ext cx="224942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6B2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978</a:t>
            </a:r>
            <a:endParaRPr lang="en-US" sz="4400" dirty="0"/>
          </a:p>
        </p:txBody>
      </p:sp>
      <p:sp>
        <p:nvSpPr>
          <p:cNvPr id="18" name="Text 16"/>
          <p:cNvSpPr/>
          <p:nvPr/>
        </p:nvSpPr>
        <p:spPr>
          <a:xfrm>
            <a:off x="5806440" y="2624328"/>
            <a:ext cx="2286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Customers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806440" y="2935224"/>
            <a:ext cx="2286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Population-weighted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8366760" y="1874520"/>
            <a:ext cx="2468880" cy="1417320"/>
          </a:xfrm>
          <a:prstGeom prst="roundRect">
            <a:avLst>
              <a:gd name="adj" fmla="val 7742"/>
            </a:avLst>
          </a:prstGeom>
          <a:solidFill>
            <a:srgbClr val="16213E"/>
          </a:solidFill>
          <a:ln w="12700">
            <a:solidFill>
              <a:srgbClr val="0E8F8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476488" y="1984248"/>
            <a:ext cx="224942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6B2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3,932</a:t>
            </a:r>
            <a:endParaRPr lang="en-US" sz="4400" dirty="0"/>
          </a:p>
        </p:txBody>
      </p:sp>
      <p:sp>
        <p:nvSpPr>
          <p:cNvPr id="22" name="Text 20"/>
          <p:cNvSpPr/>
          <p:nvPr/>
        </p:nvSpPr>
        <p:spPr>
          <a:xfrm>
            <a:off x="8458200" y="2624328"/>
            <a:ext cx="2286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Sales Transactions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458200" y="2935224"/>
            <a:ext cx="2286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30 days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11480" y="3547872"/>
            <a:ext cx="329184" cy="329184"/>
          </a:xfrm>
          <a:prstGeom prst="ellipse">
            <a:avLst/>
          </a:prstGeom>
          <a:solidFill>
            <a:srgbClr val="0E8F8F"/>
          </a:solidFill>
          <a:ln w="12700">
            <a:solidFill>
              <a:srgbClr val="0E8F8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93192" y="3538728"/>
            <a:ext cx="365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⚡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841248" y="3575304"/>
            <a:ext cx="9601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4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sales ingestion &amp; state-wise analytics dashboard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411480" y="4050792"/>
            <a:ext cx="329184" cy="329184"/>
          </a:xfrm>
          <a:prstGeom prst="ellipse">
            <a:avLst/>
          </a:prstGeom>
          <a:solidFill>
            <a:srgbClr val="0E8F8F"/>
          </a:solidFill>
          <a:ln w="12700">
            <a:solidFill>
              <a:srgbClr val="0E8F8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93192" y="4041648"/>
            <a:ext cx="365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🔒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841248" y="4078224"/>
            <a:ext cx="9601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4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JWT-secured backend with read-only AI text-to-SQL chatbot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411480" y="4553712"/>
            <a:ext cx="329184" cy="329184"/>
          </a:xfrm>
          <a:prstGeom prst="ellipse">
            <a:avLst/>
          </a:prstGeom>
          <a:solidFill>
            <a:srgbClr val="0E8F8F"/>
          </a:solidFill>
          <a:ln w="12700">
            <a:solidFill>
              <a:srgbClr val="0E8F8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93192" y="4544568"/>
            <a:ext cx="365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📦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841248" y="4581144"/>
            <a:ext cx="9601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4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Shipment orchestration &amp; observability logging out of the box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411480" y="5138928"/>
            <a:ext cx="1065276" cy="310896"/>
          </a:xfrm>
          <a:prstGeom prst="roundRect">
            <a:avLst>
              <a:gd name="adj" fmla="val 26471"/>
            </a:avLst>
          </a:prstGeom>
          <a:solidFill>
            <a:srgbClr val="243050"/>
          </a:solidFill>
          <a:ln w="12700">
            <a:solidFill>
              <a:srgbClr val="FF6B2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11480" y="5138928"/>
            <a:ext cx="106527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6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1604772" y="5138928"/>
            <a:ext cx="1591056" cy="310896"/>
          </a:xfrm>
          <a:prstGeom prst="roundRect">
            <a:avLst>
              <a:gd name="adj" fmla="val 26471"/>
            </a:avLst>
          </a:prstGeom>
          <a:solidFill>
            <a:srgbClr val="243050"/>
          </a:solidFill>
          <a:ln w="12700">
            <a:solidFill>
              <a:srgbClr val="FF6B2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604772" y="5138928"/>
            <a:ext cx="159105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6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Vite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3323844" y="5138928"/>
            <a:ext cx="960120" cy="310896"/>
          </a:xfrm>
          <a:prstGeom prst="roundRect">
            <a:avLst>
              <a:gd name="adj" fmla="val 26471"/>
            </a:avLst>
          </a:prstGeom>
          <a:solidFill>
            <a:srgbClr val="243050"/>
          </a:solidFill>
          <a:ln w="12700">
            <a:solidFill>
              <a:srgbClr val="FF6B2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323844" y="5138928"/>
            <a:ext cx="960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6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411980" y="5138928"/>
            <a:ext cx="1485900" cy="310896"/>
          </a:xfrm>
          <a:prstGeom prst="roundRect">
            <a:avLst>
              <a:gd name="adj" fmla="val 26471"/>
            </a:avLst>
          </a:prstGeom>
          <a:solidFill>
            <a:srgbClr val="243050"/>
          </a:solidFill>
          <a:ln w="12700">
            <a:solidFill>
              <a:srgbClr val="FF6B2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411980" y="5138928"/>
            <a:ext cx="14859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6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3.13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6025896" y="5138928"/>
            <a:ext cx="1696212" cy="310896"/>
          </a:xfrm>
          <a:prstGeom prst="roundRect">
            <a:avLst>
              <a:gd name="adj" fmla="val 26471"/>
            </a:avLst>
          </a:prstGeom>
          <a:solidFill>
            <a:srgbClr val="243050"/>
          </a:solidFill>
          <a:ln w="12700">
            <a:solidFill>
              <a:srgbClr val="FF6B2D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025896" y="5138928"/>
            <a:ext cx="16962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6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OpenRouter AI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7850124" y="5138928"/>
            <a:ext cx="1696212" cy="310896"/>
          </a:xfrm>
          <a:prstGeom prst="roundRect">
            <a:avLst>
              <a:gd name="adj" fmla="val 26471"/>
            </a:avLst>
          </a:prstGeom>
          <a:solidFill>
            <a:srgbClr val="243050"/>
          </a:solidFill>
          <a:ln w="12700">
            <a:solidFill>
              <a:srgbClr val="FF6B2D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850124" y="5138928"/>
            <a:ext cx="16962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6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0" y="6547104"/>
            <a:ext cx="12192000" cy="310896"/>
          </a:xfrm>
          <a:prstGeom prst="rect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11480" y="6565392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DRINKOO Control Room  •  github.com/cliuser677566/AI_TRAINING  •  2026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2026-06-12T04:46:06Z</dcterms:created>
  <dcterms:modified xsi:type="dcterms:W3CDTF">2026-06-12T04:46:06Z</dcterms:modified>
</cp:coreProperties>
</file>